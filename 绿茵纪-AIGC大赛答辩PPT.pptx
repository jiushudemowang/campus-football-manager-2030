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5F5F0"/>
                </a:solidFill>
                <a:latin typeface="Microsoft YaHei"/>
              </a:defRPr>
            </a:pPr>
            <a:r>
              <a:t>绿茵纪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  <a:latin typeface="Microsoft YaHei"/>
              </a:defRPr>
            </a:pPr>
            <a:r>
              <a:t>AI 体育叙事引擎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918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第二届 AIGC 应用大赛  ·  创作赛道  ·  AI 赋能体育传播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用 AI 记录、重构与传播民间体育历史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2026年6月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914400"/>
            <a:ext cx="4114800" cy="41148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0" y="2011680"/>
            <a:ext cx="2743200" cy="2743200"/>
          </a:xfrm>
          <a:prstGeom prst="ellipse">
            <a:avLst/>
          </a:prstGeom>
          <a:solidFill>
            <a:srgbClr val="0B14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CONTENTS / 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9875520" cy="8229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0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933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体育传播的痛点与机遇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514600"/>
            <a:ext cx="9875520" cy="8229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0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535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AI 互动叙事引擎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474720"/>
            <a:ext cx="9875520" cy="8229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0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9136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多模态 AIGC 融合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434840"/>
            <a:ext cx="9875520" cy="8229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0"/>
                </a:solidFill>
                <a:latin typeface="Microsoft YaHei"/>
              </a:defRPr>
            </a:pPr>
            <a:r>
              <a:t>作品展示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核心功能与数据可视化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394960"/>
            <a:ext cx="9875520" cy="8229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C55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0"/>
                </a:solidFill>
                <a:latin typeface="Microsoft YaHei"/>
              </a:defRPr>
            </a:pPr>
            <a:r>
              <a:t>创新价值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83387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社会意义与未来规划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01 /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5F0"/>
                </a:solidFill>
                <a:latin typeface="Microsoft YaHei"/>
              </a:defRPr>
            </a:pPr>
            <a:r>
              <a:t>体育传播的「遗忘危机」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42062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38328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0"/>
                </a:solidFill>
                <a:latin typeface="Microsoft YaHei"/>
              </a:defRPr>
            </a:pPr>
            <a:r>
              <a:t>⚽ 职业体育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Microsoft YaHei"/>
              </a:defRPr>
            </a:pPr>
            <a:r>
              <a:t>头部赛事占据绝大部分传播资源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奥运/世界杯/中超等巨头赛道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技术方案同质化严重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中小赛事难以被看见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20240"/>
            <a:ext cx="3383280" cy="42062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920240"/>
            <a:ext cx="338328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0"/>
                </a:solidFill>
                <a:latin typeface="Microsoft YaHei"/>
              </a:defRPr>
            </a:pPr>
            <a:r>
              <a:t>🏫 民间体育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97316"/>
                </a:solidFill>
                <a:latin typeface="Microsoft YaHei"/>
              </a:defRPr>
            </a:pPr>
            <a:r>
              <a:t>大量真实故事缺少记录与传播工具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校园球队、社区赛事、业余俱乐部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4048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历史依赖个人记忆和零散影像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348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缺乏情感化、沉浸化表达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920240"/>
            <a:ext cx="33832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0"/>
                </a:solidFill>
                <a:latin typeface="Microsoft YaHei"/>
              </a:defRPr>
            </a:pPr>
            <a:r>
              <a:t>🤖 AIGC 机遇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  <a:latin typeface="Microsoft YaHei"/>
              </a:defRPr>
            </a:pPr>
            <a:r>
              <a:t>AI 让历史叙事变得可参与、可传播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24612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多模态生成降低制作成本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84048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互动叙事提升情感共鸣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3484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Web 应用便于分享传播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02 / 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5F0"/>
                </a:solidFill>
                <a:latin typeface="Microsoft YaHei"/>
              </a:defRPr>
            </a:pPr>
            <a:r>
              <a:t>绿茵纪：AI 体育叙事引擎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一个基于 AIGC 的互动体育历史叙事平台。以华中科技大学新闻男足 2016–2026 十年队史为首个案例，让用户选择不同球员视角，亲历一支草根球队从诞生、低谷、崛起到传承的完整历程。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2011680" cy="23774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0"/>
                </a:solidFill>
                <a:latin typeface="Microsoft YaHei"/>
              </a:defRPr>
            </a:pPr>
            <a: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互动叙事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多视角、多分支、多结局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926080"/>
            <a:ext cx="2011680" cy="23774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92608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0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749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AI 视觉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像素风格场景与角色生成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926080"/>
            <a:ext cx="2011680" cy="23774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92608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0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749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数据可视化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十年战绩时间线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926080"/>
            <a:ext cx="2011680" cy="23774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292608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0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749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Web 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跨平台、易分享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926080"/>
            <a:ext cx="2011680" cy="237744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92608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0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749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历史档案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160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真实故事数字化活化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03 /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5F0"/>
                </a:solidFill>
                <a:latin typeface="Microsoft YaHei"/>
              </a:defRPr>
            </a:pPr>
            <a:r>
              <a:t>多模态 AIGC 深度融合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91440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635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0"/>
                </a:solidFill>
                <a:latin typeface="Microsoft YaHei"/>
              </a:defRPr>
            </a:pPr>
            <a:r>
              <a:t>React + TypeScript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31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互动叙事界面、角色选择、对话系统、结局展示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26080"/>
            <a:ext cx="9418320" cy="91440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926080"/>
            <a:ext cx="635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AI 生成层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0"/>
                </a:solidFill>
                <a:latin typeface="Microsoft YaHei"/>
              </a:defRPr>
            </a:pPr>
            <a:r>
              <a:t>Trae API / 即梦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4290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像素风格场景图、角色头像、背景图自动生成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023360"/>
            <a:ext cx="9418320" cy="91440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023360"/>
            <a:ext cx="63500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0"/>
                </a:solidFill>
                <a:latin typeface="Microsoft YaHei"/>
              </a:defRPr>
            </a:pPr>
            <a:r>
              <a:t>Zustand +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526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角色档案、故事线、分支选择、结局判定、存档系统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120640"/>
            <a:ext cx="9418320" cy="91440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5120640"/>
            <a:ext cx="635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可视化层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5F0"/>
                </a:solidFill>
                <a:latin typeface="Microsoft YaHei"/>
              </a:defRPr>
            </a:pPr>
            <a:r>
              <a:t>ECharts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623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十年战绩曲线、关键事件标注、历史节点卡片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Microsoft YaHe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04 / 作品展示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5F0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0515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6 位核心角色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0"/>
                </a:solidFill>
                <a:latin typeface="Microsoft YaHei"/>
              </a:defRPr>
            </a:pPr>
            <a:r>
              <a:t>吴志鸣、肖潇、吾尔肯、赵凌冬、杨云帆、王楷硕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786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每位代表一个时代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10515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多分支叙事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0"/>
                </a:solidFill>
                <a:latin typeface="Microsoft YaHei"/>
              </a:defRPr>
            </a:pPr>
            <a:r>
              <a:t>每个角色 4–5 个场景，含关键选择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786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选择影响结局走向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212080" cy="10515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52120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3 种结局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38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0"/>
                </a:solidFill>
                <a:latin typeface="Microsoft YaHei"/>
              </a:defRPr>
            </a:pPr>
            <a:r>
              <a:t>光辉 / 平凡 / 遗憾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130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基于选择权重动态判定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63240"/>
            <a:ext cx="5212080" cy="10515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63240"/>
            <a:ext cx="52120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存档系统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538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0"/>
                </a:solidFill>
                <a:latin typeface="Microsoft YaHei"/>
              </a:defRPr>
            </a:pPr>
            <a:r>
              <a:t>手动存档 + 自动保存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130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支持随时继续体验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5212080" cy="105156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97680"/>
            <a:ext cx="52120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434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十年战绩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731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0"/>
                </a:solidFill>
                <a:latin typeface="Microsoft YaHei"/>
              </a:defRPr>
            </a:pPr>
            <a:r>
              <a:t>ECharts 数据可视化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4748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完整呈现球队起伏历程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5486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05 / 创新价值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5F0"/>
                </a:solidFill>
                <a:latin typeface="Microsoft YaHei"/>
              </a:defRPr>
            </a:pPr>
            <a:r>
              <a:t>为什么选择这个方向？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icrosoft YaHei"/>
              </a:defRPr>
            </a:pPr>
            <a:r>
              <a:t>选题差异化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3852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体育 + AIGC 在历届大赛中占比不足 3%，草根体育历史档案活化是蓝海方向。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73152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icrosoft YaHei"/>
              </a:defRPr>
            </a:pPr>
            <a:r>
              <a:t>情感共鸣强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0720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真实人物、真实故事、十年队史，让观众在互动中感受体育精神与青春记忆。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98480" cy="73152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icrosoft YaHei"/>
              </a:defRPr>
            </a:pPr>
            <a:r>
              <a:t>技术融合深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7588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文本、图像、交互、数据可视化多模态 AIGC 深度融合，形成完整产品形态。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73152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44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icrosoft YaHei"/>
              </a:defRPr>
            </a:pPr>
            <a:r>
              <a:t>社会价值高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54456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记录和传承民间体育文化，响应体育强国、全民健身战略。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14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Microsoft YaHei"/>
              </a:defRPr>
            </a:pPr>
            <a:r>
              <a:t>可扩展性强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1324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叙事数据结构通用化，可快速适配其他球队、赛事、体育项目。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0"/>
                </a:solidFill>
                <a:latin typeface="Microsoft YaHei"/>
              </a:defRPr>
            </a:pPr>
            <a:r>
              <a:t>绿茵纪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C55E"/>
                </a:solidFill>
                <a:latin typeface="Microsoft YaHei"/>
              </a:defRPr>
            </a:pPr>
            <a:r>
              <a:t>用 AI 记录体育历史，让草根故事被看见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377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新闻男足，快乐就完事了！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